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45EA-CFD4-8CE2-8A66-327B342F7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99FB2-2909-0B1C-0E0A-DCCC3865D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67EA0-BE28-4ECA-0156-D50E60B1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1C51-43AB-E7DC-15B8-D2BFC9D6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A4466-14CD-2F98-CC25-15DC409E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83A2-08AD-4893-33FA-3553D5C8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ADEB-85A0-3D65-02F0-47A708165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96547-A3D2-9073-7478-0A9F21D9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B5FF9-233F-4AF0-9E9E-A4026C93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95C2-1E05-53D1-9247-153FE331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2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F84C-2EB3-B4FC-C70D-A8AD6B3C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E0288-E5BF-3F6A-C04D-0691CAF6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C8878-70AD-6497-DA1D-2AA6DBAB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C234B-D658-3F70-7FAF-DFFB2FFC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91CFA-FE36-6D89-F54E-7BBCB07E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2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90C1F-33DA-C4BF-8007-0F54FCE31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A3380-B0B2-C31C-AC83-A2C35D7C5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92EB-FFB2-38CC-9482-483DADBBE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D336C-70A8-5D32-BC47-F663ABD4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67BB0-25EA-2C50-19F8-7E062E13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A9683-8AA2-2C91-68F1-3BD5FB6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0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1B7A-6670-3F7C-D52B-021BA2CF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3B478-9FF1-3B81-8E69-D0CBEAF24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B02DF-DB5E-782E-BE73-5751F38A8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73A59-D1FB-CB57-B37C-645608C3A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03C5A-8037-E9DC-AD02-7BCDA0FDB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AC478-8CC3-C54E-67D3-0AB9999B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68994-949D-A526-BD9D-5CE2E696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63DD6-5F60-42AA-81AC-88DDF118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7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7C19-A115-5F85-6372-0615C68A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4E040-DFD1-4B2A-54D2-830AC34C1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0F2FB-C8FF-9079-26F7-C8DC17DD3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9419D-ED33-439A-81E3-918BB6F7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5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B16E2-0089-9B04-ECC9-1F6049A2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62FCA-133E-5CAC-574C-4C889D32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A15CC-AB54-7AF5-97C9-E421D26B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4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47AB-39BE-0BA9-416E-67540E85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035A-101E-6BBB-ED54-8EF4936FF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C8301-0571-25AE-8ADC-4AC8487F3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0F2DD-48B9-515D-2760-163B0678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95C3A-505F-4DE1-9CA3-F814B791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F083A-E04A-D090-6AE0-A57668A1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1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88FC-BDD8-5375-34B2-1FD8D77B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604E0-B9C0-60B4-249E-915A82069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52BED-360E-5355-BD46-7714AEDD2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C5781-195A-77FF-A694-A1726A443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12809-B88B-0943-643E-67E0E407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BB64C-439C-1230-E255-9737258B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96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C0C8-AA30-A157-38E6-F8E400A0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695ED-156B-5331-07F5-AA0B2F649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D3788-CC8C-4BE2-E74C-C9A9E506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FCFC6-469A-26E5-A6A0-6D8FFC9F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D8D5-F5D5-4E04-B313-94AA2F89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9B766-40F3-3D94-5C89-4A1BE418C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011D5-A812-2E57-985E-D18C1634B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65A21-5ADC-39CF-361F-2BED50F7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C10F-0DF7-7073-407F-2D4922F9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9445-8883-D4A6-B5C6-25D50998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2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9B7FF-9F40-6461-CBE8-988403B8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A7C-C815-A79F-3B78-EC9C8A2F4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C6F92-D037-17F4-11FE-B9AE47575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C66BD-5284-49DE-BE07-173D7372B57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85662-7E3F-3963-BF22-7803480C1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E5CAA-B9FC-1CF2-E39E-B3A1BFFA3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83151-56A1-4DC5-AB4A-27866918C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6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6065-8702-DBEB-E6B1-5BD22FBEF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1C619-8021-420C-F00F-E82B16EFF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51600-0270-8A6E-706E-D276A2115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2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A960-E06E-3C43-C555-DF3D2A864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2C18A-A4D2-E9E6-DFC8-7352453C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E91D9-0B27-AC1A-3251-9E67D2CD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6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F175-A947-0091-3ACD-BEE795178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D5F7-F472-8586-1089-5F5DE3DC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0DA02-1987-CC4B-E514-585E6A31D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62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4F6A-6F14-95DB-41F5-7FB0B80E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B91E-9D8F-1982-D0C0-0DA57EBA1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E490F-2E32-2C54-3A5E-30586C938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77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E9C2-01A2-5692-81F7-7C77C95DD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8C9F-B343-4457-93CA-F700C23B2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7C880-367D-98E7-B9F0-1E431029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8CEED8-CC99-7DD0-7E0F-980AE1670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28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7C77-75BC-16A8-473F-6ED247E4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989FE-E58E-DFED-ACCC-CF8D79B5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3CA2D-76D6-EBDE-4D28-8557B665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C6FC-748D-DD43-D115-D0625F778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30FF3-4C2F-45B7-6781-5B4E3C3DC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2FC51-2F81-DA32-A22E-507F022DD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7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C20F-7E41-65FB-0269-067425BB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1AFBA-BA63-4C92-FD44-682E4CB52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B797F-0051-82E3-D1A9-2193AA28A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4454"/>
            <a:ext cx="12192000" cy="693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5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B0EC-0BB8-872F-6EAE-F11F59B88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1F8B-25CC-B033-A525-CFA81BB07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F3CE1-A80E-14FD-9F56-3DA7C607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0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8B17-16C7-B367-51FA-66FACA95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B98EB-DEB2-2A86-3EDA-1D92A705C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AA970-61E7-5349-87DC-E66191BB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353C-685E-C945-899A-3765A697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3D0C8-2367-6B9C-1D5B-FDBB949FD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DED3A-CD35-DAE3-AA50-F604D912B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2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6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Bảo Dy</dc:creator>
  <cp:lastModifiedBy>Bảo Dy</cp:lastModifiedBy>
  <cp:revision>1</cp:revision>
  <dcterms:created xsi:type="dcterms:W3CDTF">2026-04-29T07:23:38Z</dcterms:created>
  <dcterms:modified xsi:type="dcterms:W3CDTF">2026-04-29T07:23:39Z</dcterms:modified>
</cp:coreProperties>
</file>